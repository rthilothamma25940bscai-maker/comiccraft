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AEEF"/>
                </a:solidFill>
                <a:latin typeface="Aptos"/>
              </a:defRPr>
            </a:pPr>
            <a:r>
              <a:t>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74CFF"/>
                </a:solidFill>
                <a:latin typeface="Aptos"/>
              </a:defRPr>
            </a:pPr>
            <a:r>
              <a:t>TN SKILL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32637"/>
                </a:solidFill>
                <a:latin typeface="Aptos"/>
              </a:defRPr>
            </a:pPr>
            <a:r>
              <a:t>Comic 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00AEEF"/>
                </a:solidFill>
                <a:latin typeface="Aptos"/>
              </a:defRPr>
            </a:pPr>
            <a:r>
              <a:t>AI Comic Story Creator using Gemini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5F6373"/>
                </a:solidFill>
                <a:latin typeface="Aptos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232637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5F6373"/>
                </a:solidFill>
                <a:latin typeface="Aptos"/>
              </a:defRPr>
            </a:pPr>
            <a:r>
              <a:t>B.Sc (CS WITH AI)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" y="1"/>
            <a:ext cx="11" cy="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19072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232637"/>
                </a:solidFill>
                <a:latin typeface="Aptos"/>
              </a:defRPr>
            </a:pPr>
            <a:r>
              <a:t>1.  Thilothamma.R  —  B.Sc (CS WITH AI)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" y="2"/>
            <a:ext cx="11" cy="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232637"/>
                </a:solidFill>
                <a:latin typeface="Aptos"/>
              </a:defRPr>
            </a:pPr>
            <a:r>
              <a:t>2.  Vaisali.M  —  B.Sc (CS WITH AI)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" y="3"/>
            <a:ext cx="11" cy="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401568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232637"/>
                </a:solidFill>
                <a:latin typeface="Aptos"/>
              </a:defRPr>
            </a:pPr>
            <a:r>
              <a:t>3.  Padama priya.R  —  B.Sc (CS WITH AI)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" y="4"/>
            <a:ext cx="11" cy="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242816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232637"/>
                </a:solidFill>
                <a:latin typeface="Aptos"/>
              </a:defRPr>
            </a:pPr>
            <a:r>
              <a:t>4.  Tharika.R  —  B.Sc (CS WITH AI)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" y="5"/>
            <a:ext cx="11" cy="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084064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232637"/>
                </a:solidFill>
                <a:latin typeface="Aptos"/>
              </a:defRPr>
            </a:pPr>
            <a:r>
              <a:t>5.  Vaishnavi.S  —  B.Sc (CS WITH AI)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232637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5F6373"/>
                </a:solidFill>
                <a:latin typeface="Aptos"/>
              </a:defRPr>
            </a:pPr>
            <a:r>
              <a:t>What is Comic Craft?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0">
                <a:solidFill>
                  <a:srgbClr val="232637"/>
                </a:solidFill>
                <a:latin typeface="Aptos"/>
              </a:defRPr>
            </a:pPr>
            <a:r>
              <a:t>Comic Craft is an AI-powered web application that helps users create comic stories with the support of Gemini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3"/>
            <a:ext cx="5" cy="1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535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674CFF"/>
                </a:solidFill>
                <a:latin typeface="Aptos"/>
              </a:defRPr>
            </a:pPr>
            <a:r>
              <a:t>Story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64408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32637"/>
                </a:solidFill>
                <a:latin typeface="Aptos"/>
              </a:defRPr>
            </a:pPr>
            <a:r>
              <a:t>Generate a creative story from a user's idea or prompt.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" y="3"/>
            <a:ext cx="5" cy="1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9535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674CFF"/>
                </a:solidFill>
                <a:latin typeface="Aptos"/>
              </a:defRPr>
            </a:pPr>
            <a:r>
              <a:t>AI Assistance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64408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32637"/>
                </a:solidFill>
                <a:latin typeface="Aptos"/>
              </a:defRPr>
            </a:pPr>
            <a:r>
              <a:t>Use Gemini models to develop story content and scenes.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0" y="4"/>
            <a:ext cx="5" cy="1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462271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674CFF"/>
                </a:solidFill>
                <a:latin typeface="Aptos"/>
              </a:defRPr>
            </a:pPr>
            <a:r>
              <a:t>Comic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73167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32637"/>
                </a:solidFill>
                <a:latin typeface="Aptos"/>
              </a:defRPr>
            </a:pPr>
            <a:r>
              <a:t>Organize the generated story into a simple comic-style 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" y="4"/>
            <a:ext cx="5" cy="1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462271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674CFF"/>
                </a:solidFill>
                <a:latin typeface="Aptos"/>
              </a:defRPr>
            </a:pPr>
            <a:r>
              <a:t>Easy to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773167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32637"/>
                </a:solidFill>
                <a:latin typeface="Aptos"/>
              </a:defRPr>
            </a:pPr>
            <a:r>
              <a:t>Provide a clear and user-friendly web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232637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674CFF"/>
                </a:solidFill>
                <a:latin typeface="Aptos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1732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32637"/>
                </a:solidFill>
                <a:latin typeface="Aptos"/>
              </a:defRPr>
            </a:pPr>
            <a:r>
              <a:t>Create comic stories quickly using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674CFF"/>
                </a:solidFill>
                <a:latin typeface="Aptos"/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2402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32637"/>
                </a:solidFill>
                <a:latin typeface="Aptos"/>
              </a:defRPr>
            </a:pPr>
            <a:r>
              <a:t>Convert a simple idea or prompt into a structured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674CFF"/>
                </a:solidFill>
                <a:latin typeface="Aptos"/>
              </a:defRPr>
            </a:pPr>
            <a: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6324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32637"/>
                </a:solidFill>
                <a:latin typeface="Aptos"/>
              </a:defRPr>
            </a:pPr>
            <a:r>
              <a:t>Use Gemini models for intelligent story generation.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86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674CFF"/>
                </a:solidFill>
                <a:latin typeface="Aptos"/>
              </a:defRPr>
            </a:pPr>
            <a: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862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32637"/>
                </a:solidFill>
                <a:latin typeface="Aptos"/>
              </a:defRPr>
            </a:pPr>
            <a:r>
              <a:t>Provide an attractive and easy-to-use interface.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674CFF"/>
                </a:solidFill>
                <a:latin typeface="Aptos"/>
              </a:defRPr>
            </a:pPr>
            <a: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7091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32637"/>
                </a:solidFill>
                <a:latin typeface="Aptos"/>
              </a:defRPr>
            </a:pPr>
            <a:r>
              <a:t>Reduce the effort needed to plan comic story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232637"/>
                </a:solidFill>
                <a:latin typeface="Aptos"/>
              </a:defRPr>
            </a:pPr>
            <a:r>
              <a:t>How Comic Craft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5F6373"/>
                </a:solidFill>
                <a:latin typeface="Aptos"/>
              </a:defRPr>
            </a:pPr>
            <a:r>
              <a:t>Basic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2"/>
            <a:ext cx="2" cy="1"/>
          </a:xfrm>
          <a:prstGeom prst="roundRect">
            <a:avLst/>
          </a:prstGeom>
          <a:solidFill>
            <a:srgbClr val="FFFFFF"/>
          </a:solidFill>
          <a:ln>
            <a:solidFill>
              <a:srgbClr val="6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51460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74C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637"/>
                </a:solidFill>
                <a:latin typeface="Aptos"/>
              </a:defRPr>
            </a:pPr>
            <a:r>
              <a:t>User enters an idea /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7752" y="27432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AEE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" y="2"/>
            <a:ext cx="2" cy="1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251460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74C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907792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637"/>
                </a:solidFill>
                <a:latin typeface="Aptos"/>
              </a:defRPr>
            </a:pPr>
            <a:r>
              <a:t>Frontend sends the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7432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AEE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" y="2"/>
            <a:ext cx="2" cy="1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51460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74C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2907792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637"/>
                </a:solidFill>
                <a:latin typeface="Aptos"/>
              </a:defRPr>
            </a:pPr>
            <a:r>
              <a:t>Backend processes the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27432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AEE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" y="2"/>
            <a:ext cx="2" cy="1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251460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74C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4" y="2907792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637"/>
                </a:solidFill>
                <a:latin typeface="Aptos"/>
              </a:defRPr>
            </a:pPr>
            <a:r>
              <a:t>Gemini model generates story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0616" y="27432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AEE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" y="2"/>
            <a:ext cx="2" cy="1"/>
          </a:xfrm>
          <a:prstGeom prst="roundRect">
            <a:avLst/>
          </a:prstGeom>
          <a:solidFill>
            <a:srgbClr val="FFFFFF"/>
          </a:solidFill>
          <a:ln>
            <a:solidFill>
              <a:srgbClr val="6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97312" y="251460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74C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2907792"/>
            <a:ext cx="1691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32637"/>
                </a:solidFill>
                <a:latin typeface="Aptos"/>
              </a:defRPr>
            </a:pPr>
            <a:r>
              <a:t>Comic story is displayed to the 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232637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674C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417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32637"/>
                </a:solidFill>
                <a:latin typeface="Aptos"/>
              </a:defRPr>
            </a:pPr>
            <a:r>
              <a:t>HTML / CSS / JavaScript or project UI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674C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24028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32637"/>
                </a:solidFill>
                <a:latin typeface="Aptos"/>
              </a:defRPr>
            </a:pPr>
            <a:r>
              <a:t>Python-based backend / API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674CFF"/>
                </a:solidFill>
                <a:latin typeface="Aptos"/>
              </a:defRPr>
            </a:pPr>
            <a:r>
              <a:t>AI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306324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32637"/>
                </a:solidFill>
                <a:latin typeface="Aptos"/>
              </a:defRPr>
            </a:pPr>
            <a:r>
              <a:t>Google Gemini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674CFF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32637"/>
                </a:solidFill>
                <a:latin typeface="Aptos"/>
              </a:defRPr>
            </a:pPr>
            <a:r>
              <a:t>Visual Studio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674C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70916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32637"/>
                </a:solidFill>
                <a:latin typeface="Aptos"/>
              </a:defRPr>
            </a:pPr>
            <a:r>
              <a:t>Web-based comic story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232637"/>
                </a:solidFill>
                <a:latin typeface="Aptos"/>
              </a:defRPr>
            </a:pPr>
            <a:r>
              <a:t>Frontend &amp;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674C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32637"/>
                </a:solidFill>
                <a:latin typeface="Aptos"/>
              </a:defRPr>
            </a:pPr>
            <a:r>
              <a:t>• User input / prompt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32637"/>
                </a:solidFill>
                <a:latin typeface="Aptos"/>
              </a:defRPr>
            </a:pPr>
            <a:r>
              <a:t>• Buttons and 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32637"/>
                </a:solidFill>
                <a:latin typeface="Aptos"/>
              </a:defRPr>
            </a:pPr>
            <a:r>
              <a:t>• Story output 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40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32637"/>
                </a:solidFill>
                <a:latin typeface="Aptos"/>
              </a:defRPr>
            </a:pPr>
            <a:r>
              <a:t>• Simple and attractive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AEE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32637"/>
                </a:solidFill>
                <a:latin typeface="Aptos"/>
              </a:defRPr>
            </a:pPr>
            <a:r>
              <a:t>• Receive user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32637"/>
                </a:solidFill>
                <a:latin typeface="Aptos"/>
              </a:defRPr>
            </a:pPr>
            <a:r>
              <a:t>• Connect with Gemini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246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32637"/>
                </a:solidFill>
                <a:latin typeface="Aptos"/>
              </a:defRPr>
            </a:pPr>
            <a:r>
              <a:t>• Process generated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840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32637"/>
                </a:solidFill>
                <a:latin typeface="Aptos"/>
              </a:defRPr>
            </a:pPr>
            <a:r>
              <a:t>• Send story result to frontend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232637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5F6373"/>
                </a:solidFill>
                <a:latin typeface="Aptos"/>
              </a:defRPr>
            </a:pPr>
            <a:r>
              <a:t>Benefits of Comic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674CFF"/>
                </a:solidFill>
                <a:latin typeface="Aptos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0020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32637"/>
                </a:solidFill>
                <a:latin typeface="Aptos"/>
              </a:defRPr>
            </a:pPr>
            <a:r>
              <a:t>Helps users create comic stories with less effort.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674CFF"/>
                </a:solidFill>
                <a:latin typeface="Aptos"/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2316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32637"/>
                </a:solidFill>
                <a:latin typeface="Aptos"/>
              </a:defRPr>
            </a:pPr>
            <a:r>
              <a:t>Encourages creativity and storytelling.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674CFF"/>
                </a:solidFill>
                <a:latin typeface="Aptos"/>
              </a:defRPr>
            </a:pPr>
            <a: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4612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32637"/>
                </a:solidFill>
                <a:latin typeface="Aptos"/>
              </a:defRPr>
            </a:pPr>
            <a:r>
              <a:t>Uses AI to speed up content creation.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674CFF"/>
                </a:solidFill>
                <a:latin typeface="Aptos"/>
              </a:defRPr>
            </a:pPr>
            <a: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06908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32637"/>
                </a:solidFill>
                <a:latin typeface="Aptos"/>
              </a:defRPr>
            </a:pPr>
            <a:r>
              <a:t>Provides a simple and user-friendly comic creation experience.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7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232637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"/>
            <a:ext cx="3" cy="1"/>
          </a:xfrm>
          <a:prstGeom prst="roundRect">
            <a:avLst/>
          </a:prstGeom>
          <a:solidFill>
            <a:srgbClr val="FFFFFF"/>
          </a:solidFill>
          <a:ln>
            <a:solidFill>
              <a:srgbClr val="6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637"/>
                </a:solidFill>
                <a:latin typeface="Aptos"/>
              </a:defRPr>
            </a:pPr>
            <a:r>
              <a:t>AI Story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" y="1"/>
            <a:ext cx="3" cy="1"/>
          </a:xfrm>
          <a:prstGeom prst="roundRect">
            <a:avLst/>
          </a:prstGeom>
          <a:solidFill>
            <a:srgbClr val="FFFFFF"/>
          </a:solidFill>
          <a:ln>
            <a:solidFill>
              <a:srgbClr val="6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637"/>
                </a:solidFill>
                <a:latin typeface="Aptos"/>
              </a:defRPr>
            </a:pPr>
            <a:r>
              <a:t>Prompt-based Creation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" y="1"/>
            <a:ext cx="3" cy="1"/>
          </a:xfrm>
          <a:prstGeom prst="roundRect">
            <a:avLst/>
          </a:prstGeom>
          <a:solidFill>
            <a:srgbClr val="FFFFFF"/>
          </a:solidFill>
          <a:ln>
            <a:solidFill>
              <a:srgbClr val="6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19" y="1920240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637"/>
                </a:solidFill>
                <a:latin typeface="Aptos"/>
              </a:defRPr>
            </a:pPr>
            <a:r>
              <a:t>Comic Story Format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3"/>
            <a:ext cx="3" cy="1"/>
          </a:xfrm>
          <a:prstGeom prst="roundRect">
            <a:avLst/>
          </a:prstGeom>
          <a:solidFill>
            <a:srgbClr val="FFFFFF"/>
          </a:solidFill>
          <a:ln>
            <a:solidFill>
              <a:srgbClr val="6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637"/>
                </a:solidFill>
                <a:latin typeface="Aptos"/>
              </a:defRPr>
            </a:pPr>
            <a:r>
              <a:t>Simple User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" y="3"/>
            <a:ext cx="3" cy="1"/>
          </a:xfrm>
          <a:prstGeom prst="roundRect">
            <a:avLst/>
          </a:prstGeom>
          <a:solidFill>
            <a:srgbClr val="FFFFFF"/>
          </a:solidFill>
          <a:ln>
            <a:solidFill>
              <a:srgbClr val="6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566160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637"/>
                </a:solidFill>
                <a:latin typeface="Aptos"/>
              </a:defRPr>
            </a:pPr>
            <a:r>
              <a:t>Fast Content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" y="3"/>
            <a:ext cx="3" cy="1"/>
          </a:xfrm>
          <a:prstGeom prst="roundRect">
            <a:avLst/>
          </a:prstGeom>
          <a:solidFill>
            <a:srgbClr val="FFFFFF"/>
          </a:solidFill>
          <a:ln>
            <a:solidFill>
              <a:srgbClr val="67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3566160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637"/>
                </a:solidFill>
                <a:latin typeface="Aptos"/>
              </a:defRPr>
            </a:pPr>
            <a:r>
              <a:t>Web-based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674C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32637"/>
                </a:solidFill>
                <a:latin typeface="Aptos"/>
              </a:defRPr>
            </a:pPr>
            <a:r>
              <a:t>TN Skill Project – Comic 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5F6373"/>
                </a:solidFill>
                <a:latin typeface="Aptos"/>
              </a:defRPr>
            </a:pPr>
            <a:r>
              <a:t>AI Comic Story Creator using Gemini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